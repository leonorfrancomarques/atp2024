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68E"/>
    <a:srgbClr val="CBD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79"/>
  </p:normalViewPr>
  <p:slideViewPr>
    <p:cSldViewPr snapToGrid="0">
      <p:cViewPr varScale="1">
        <p:scale>
          <a:sx n="104" d="100"/>
          <a:sy n="104" d="100"/>
        </p:scale>
        <p:origin x="9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1716B-D561-4533-9C06-F33BA439B23A}" type="datetimeFigureOut">
              <a:rPr lang="pt-PT" smtClean="0"/>
              <a:t>04/01/25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5AC95-399C-4A11-8905-B7D6BD8590A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77092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5AC95-399C-4A11-8905-B7D6BD8590A2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5281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7C790-CF1B-4CCE-813E-486C82C3E001}" type="datetime1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5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633F-0F66-4BE2-A57C-F5B8F4DF2270}" type="datetime1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7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D88CC-2C3D-464D-9F2F-47E27C1FA86D}" type="datetime1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5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BCA7-25CC-492A-B3A4-37CC76AA7799}" type="datetime1">
              <a:rPr lang="en-US" smtClean="0"/>
              <a:t>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0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23EBB-5C32-4DFD-92FC-6A2E070A2935}" type="datetime1">
              <a:rPr lang="en-US" smtClean="0"/>
              <a:t>1/4/25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4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D5B9-B71D-46D0-AB1E-306DFD27EE18}" type="datetime1">
              <a:rPr lang="en-US" smtClean="0"/>
              <a:t>1/4/25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E4264-0837-43F3-98E7-7EEC93BF8E9B}" type="datetime1">
              <a:rPr lang="en-US" smtClean="0"/>
              <a:t>1/4/25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66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A7A06-43F7-4812-AAF6-9E24C2F84AFE}" type="datetime1">
              <a:rPr lang="en-US" smtClean="0"/>
              <a:t>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0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ECFD1-70EA-481D-99ED-7CC8650BD856}" type="datetime1">
              <a:rPr lang="en-US" smtClean="0"/>
              <a:t>1/4/25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2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6D03E-C093-4DAC-8631-43550D4CD14A}" type="datetime1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6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B8F5A-5FE7-44D9-8E7E-00D070A00254}" type="datetime1">
              <a:rPr lang="en-US" smtClean="0"/>
              <a:t>1/4/25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8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61B7F2F6-AF8E-409F-B0D4-C138F175B842}" type="datetime1">
              <a:rPr lang="en-US" smtClean="0"/>
              <a:t>1/4/25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1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31099-1BBD-40CE-BC60-FCE507419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2846BE-460A-477B-A2F4-52F298BF4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401D34-2155-4B53-A686-7345BE15C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43200" y="0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37BCD97-E1A4-4EBB-8D1C-8CC0B55A6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3990" y="1194074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DC1F21-AC5B-4D05-9108-5E5D28948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Uma imagem com Simetria, círculo&#10;&#10;Descrição gerada automaticamente">
            <a:extLst>
              <a:ext uri="{FF2B5EF4-FFF2-40B4-BE49-F238E27FC236}">
                <a16:creationId xmlns:a16="http://schemas.microsoft.com/office/drawing/2014/main" id="{7CC547FB-B19D-A644-438E-85E2FC3CD0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42862" r="-1" b="874"/>
          <a:stretch/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5240D5-C160-F7E4-472B-342ACBA54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705" y="1213112"/>
            <a:ext cx="10035540" cy="2387600"/>
          </a:xfrm>
        </p:spPr>
        <p:txBody>
          <a:bodyPr>
            <a:normAutofit/>
          </a:bodyPr>
          <a:lstStyle/>
          <a:p>
            <a:r>
              <a:rPr lang="pt-PT" b="1" dirty="0">
                <a:solidFill>
                  <a:schemeClr val="tx1"/>
                </a:solidFill>
              </a:rPr>
              <a:t>Sistema de Consulta e Análise de Publicações Científicas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490161-CB1F-0DE4-87CA-6A7B753AE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474" y="3917156"/>
            <a:ext cx="9144000" cy="1655762"/>
          </a:xfrm>
        </p:spPr>
        <p:txBody>
          <a:bodyPr>
            <a:normAutofit fontScale="85000" lnSpcReduction="10000"/>
          </a:bodyPr>
          <a:lstStyle/>
          <a:p>
            <a:r>
              <a:rPr lang="pt-PT" sz="2200" dirty="0">
                <a:solidFill>
                  <a:schemeClr val="tx1"/>
                </a:solidFill>
              </a:rPr>
              <a:t>UC: Algoritmos e Técnicas de Programação</a:t>
            </a:r>
          </a:p>
          <a:p>
            <a:r>
              <a:rPr lang="pt-PT" sz="2200" dirty="0">
                <a:solidFill>
                  <a:schemeClr val="tx1"/>
                </a:solidFill>
              </a:rPr>
              <a:t>Docentes: José Carlos Ramalho e Luís Filipe Cunha</a:t>
            </a:r>
          </a:p>
          <a:p>
            <a:r>
              <a:rPr lang="pt-PT" sz="2200" dirty="0">
                <a:solidFill>
                  <a:schemeClr val="tx1"/>
                </a:solidFill>
              </a:rPr>
              <a:t>Ano: 2024/2025</a:t>
            </a:r>
          </a:p>
          <a:p>
            <a:r>
              <a:rPr lang="pt-PT" sz="2200" dirty="0">
                <a:solidFill>
                  <a:schemeClr val="tx1"/>
                </a:solidFill>
              </a:rPr>
              <a:t>Alunas: Leonor Franco Marques (a107248); Leonor Pereira Mendes (a107284)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B69555-D470-098D-69FB-259350A1B0EF}"/>
              </a:ext>
            </a:extLst>
          </p:cNvPr>
          <p:cNvSpPr txBox="1"/>
          <p:nvPr/>
        </p:nvSpPr>
        <p:spPr>
          <a:xfrm>
            <a:off x="3252992" y="1418851"/>
            <a:ext cx="568296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900" b="1" dirty="0"/>
              <a:t>Escola de Engenharia - Universidade do Minho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7BF20F2-8274-44B3-08EF-53A447B628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9" t="1227"/>
          <a:stretch/>
        </p:blipFill>
        <p:spPr>
          <a:xfrm>
            <a:off x="0" y="-17017"/>
            <a:ext cx="1998705" cy="105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9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C8342-619F-0166-3DD2-BFED81E8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solidFill>
                  <a:srgbClr val="54868E"/>
                </a:solidFill>
              </a:rPr>
              <a:t>Opções de Menu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970C083-377E-1F11-35BF-4AF45466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4570"/>
            <a:ext cx="10515600" cy="4034789"/>
          </a:xfrm>
        </p:spPr>
        <p:txBody>
          <a:bodyPr>
            <a:normAutofit fontScale="92500" lnSpcReduction="10000"/>
          </a:bodyPr>
          <a:lstStyle/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1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Carregar Ata Médica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2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Guardar Ata Médica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3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Inserir Registo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4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Apagar Registo por Título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5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Consultar Registo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6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Listar Autores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7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Atualização dos Dados de uma Publicação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8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Análise de Publicações</a:t>
            </a:r>
          </a:p>
          <a:p>
            <a:pPr marL="230400" indent="0">
              <a:lnSpc>
                <a:spcPct val="100000"/>
              </a:lnSpc>
              <a:buNone/>
            </a:pPr>
            <a:r>
              <a:rPr lang="pt-PT" sz="2400" b="1" dirty="0">
                <a:solidFill>
                  <a:srgbClr val="54868E"/>
                </a:solidFill>
                <a:effectLst/>
                <a:cs typeface="Sabon Next LT" panose="02000500000000000000" pitchFamily="2" charset="0"/>
              </a:rPr>
              <a:t>9</a:t>
            </a:r>
            <a:r>
              <a:rPr lang="pt-PT" sz="2400" b="0" dirty="0">
                <a:solidFill>
                  <a:schemeClr val="tx1"/>
                </a:solidFill>
                <a:effectLst/>
                <a:cs typeface="Sabon Next LT" panose="02000500000000000000" pitchFamily="2" charset="0"/>
              </a:rPr>
              <a:t> - Estatísticas</a:t>
            </a:r>
          </a:p>
          <a:p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C3B3ED-FBDE-20CA-118D-2C6C7281C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538" y="1466460"/>
            <a:ext cx="4520262" cy="32155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3C76FDE-B34D-5B71-24CA-9B356768C2B9}"/>
              </a:ext>
            </a:extLst>
          </p:cNvPr>
          <p:cNvSpPr txBox="1"/>
          <p:nvPr/>
        </p:nvSpPr>
        <p:spPr>
          <a:xfrm>
            <a:off x="8966154" y="4642192"/>
            <a:ext cx="2296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Figura 1- Interface Gráfica</a:t>
            </a:r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225B9D2-9F01-A905-0338-344DFCC2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z="1200" smtClean="0">
                <a:solidFill>
                  <a:schemeClr val="tx1"/>
                </a:solidFill>
              </a:rPr>
              <a:t>2</a:t>
            </a:fld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754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F7B61-CB81-3F6F-E0BF-FE250F22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584" y="1180102"/>
            <a:ext cx="4453890" cy="1325563"/>
          </a:xfrm>
        </p:spPr>
        <p:txBody>
          <a:bodyPr>
            <a:normAutofit/>
          </a:bodyPr>
          <a:lstStyle/>
          <a:p>
            <a:r>
              <a:rPr lang="pt-PT" sz="5200" b="1" dirty="0">
                <a:solidFill>
                  <a:srgbClr val="54868E"/>
                </a:solidFill>
              </a:rPr>
              <a:t>Resumo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8E5DA88C-5EEB-87C1-D592-0693724376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238409" y="1021843"/>
            <a:ext cx="3388437" cy="46560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9C7C199-F842-A447-23C8-3A72E14FC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84" y="2898029"/>
            <a:ext cx="3990456" cy="27798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169A62-751D-31B7-0E3D-E601441E3ECC}"/>
              </a:ext>
            </a:extLst>
          </p:cNvPr>
          <p:cNvSpPr txBox="1"/>
          <p:nvPr/>
        </p:nvSpPr>
        <p:spPr>
          <a:xfrm>
            <a:off x="7238409" y="5677897"/>
            <a:ext cx="3388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400" dirty="0"/>
              <a:t>Figura 2- Opção Consulta (Interface Gráfica)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94D770-4957-8B6A-80CD-F213C5477B60}"/>
              </a:ext>
            </a:extLst>
          </p:cNvPr>
          <p:cNvSpPr txBox="1"/>
          <p:nvPr/>
        </p:nvSpPr>
        <p:spPr>
          <a:xfrm>
            <a:off x="901584" y="5677898"/>
            <a:ext cx="3487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Figura 3- Opção Listar (Interface Gráfica)</a:t>
            </a:r>
          </a:p>
        </p:txBody>
      </p:sp>
      <p:sp>
        <p:nvSpPr>
          <p:cNvPr id="19" name="Marcador de Posição do Número do Diapositivo 18">
            <a:extLst>
              <a:ext uri="{FF2B5EF4-FFF2-40B4-BE49-F238E27FC236}">
                <a16:creationId xmlns:a16="http://schemas.microsoft.com/office/drawing/2014/main" id="{F52CAB0A-C248-0657-2966-A65E0405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z="1200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29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E45848-BEDA-4F24-9C4E-DA2120958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64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B8117-A903-442C-9223-A4FEB85C3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9300B8-3117-43F8-9F8E-68DB9F002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43200" y="0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AFAE680-42C1-4104-B74F-B0A8F1FB2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3990" y="1194074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28A8BA9-B3FE-4C96-A0A1-72A0D2C85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ame 26">
            <a:extLst>
              <a:ext uri="{FF2B5EF4-FFF2-40B4-BE49-F238E27FC236}">
                <a16:creationId xmlns:a16="http://schemas.microsoft.com/office/drawing/2014/main" id="{19F9CD66-32FC-448F-B4C5-67D17508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BEF39A-F224-7E11-8FCE-73F13220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13" y="1913338"/>
            <a:ext cx="4236719" cy="2954107"/>
          </a:xfrm>
        </p:spPr>
        <p:txBody>
          <a:bodyPr anchor="b">
            <a:normAutofit/>
          </a:bodyPr>
          <a:lstStyle/>
          <a:p>
            <a:r>
              <a:rPr lang="pt-PT" sz="4400" b="1" dirty="0">
                <a:solidFill>
                  <a:srgbClr val="54868E"/>
                </a:solidFill>
              </a:rPr>
              <a:t>Resumo - </a:t>
            </a:r>
            <a:r>
              <a:rPr lang="pt-PT" sz="4400" dirty="0">
                <a:solidFill>
                  <a:srgbClr val="54868E"/>
                </a:solidFill>
              </a:rPr>
              <a:t>Opção Atualizar Registo (Interface Gráfica)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6B60BA-6F87-7A08-F2D1-241B8AD97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289923" y="1976651"/>
            <a:ext cx="6051438" cy="14523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71AA0C1-C2F4-5E1F-0CCF-490467E54F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5289923" y="4798865"/>
            <a:ext cx="6063876" cy="130373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F85CD7A-5090-F9B8-77A7-BA1019A104C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rcRect r="11184"/>
          <a:stretch/>
        </p:blipFill>
        <p:spPr>
          <a:xfrm>
            <a:off x="5289923" y="674371"/>
            <a:ext cx="6051438" cy="105608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17037F4-243F-F4D6-854F-55E54132107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5289923" y="3672205"/>
            <a:ext cx="6051438" cy="892586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0047331-2DCB-D58E-BB9B-496C96802F3D}"/>
              </a:ext>
            </a:extLst>
          </p:cNvPr>
          <p:cNvSpPr txBox="1"/>
          <p:nvPr/>
        </p:nvSpPr>
        <p:spPr>
          <a:xfrm>
            <a:off x="8607331" y="1680500"/>
            <a:ext cx="28353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Figura 4- Introduzir título ou DOI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0B6A9F8-AF11-584D-4516-6C9F4275A671}"/>
              </a:ext>
            </a:extLst>
          </p:cNvPr>
          <p:cNvSpPr txBox="1"/>
          <p:nvPr/>
        </p:nvSpPr>
        <p:spPr>
          <a:xfrm>
            <a:off x="7958513" y="4510585"/>
            <a:ext cx="34908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Figura 6- Introduzir o número de autores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6B9D927-AF6C-D8AF-3B72-F570870AD801}"/>
              </a:ext>
            </a:extLst>
          </p:cNvPr>
          <p:cNvSpPr txBox="1"/>
          <p:nvPr/>
        </p:nvSpPr>
        <p:spPr>
          <a:xfrm>
            <a:off x="7452908" y="6047707"/>
            <a:ext cx="40199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Figura 7- Introduzir o nome do autor e afiliação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FA1FE75-191B-A84F-ACA0-FEA415E61B9B}"/>
              </a:ext>
            </a:extLst>
          </p:cNvPr>
          <p:cNvSpPr txBox="1"/>
          <p:nvPr/>
        </p:nvSpPr>
        <p:spPr>
          <a:xfrm>
            <a:off x="7235353" y="3379036"/>
            <a:ext cx="4207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400" dirty="0"/>
              <a:t>Figura 5- Introduzir </a:t>
            </a:r>
            <a:r>
              <a:rPr lang="pt-PT" sz="1400" dirty="0" err="1"/>
              <a:t>abstract</a:t>
            </a:r>
            <a:r>
              <a:rPr lang="pt-PT" sz="1400" dirty="0"/>
              <a:t>, palavra-chave e data</a:t>
            </a:r>
          </a:p>
        </p:txBody>
      </p:sp>
      <p:sp>
        <p:nvSpPr>
          <p:cNvPr id="18" name="Marcador de Posição do Número do Diapositivo 17">
            <a:extLst>
              <a:ext uri="{FF2B5EF4-FFF2-40B4-BE49-F238E27FC236}">
                <a16:creationId xmlns:a16="http://schemas.microsoft.com/office/drawing/2014/main" id="{E93E214A-E3BD-786B-124B-DC3A6348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z="1200" smtClean="0">
                <a:solidFill>
                  <a:schemeClr val="tx1"/>
                </a:solidFill>
              </a:rPr>
              <a:t>4</a:t>
            </a:fld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39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8851C-F6B0-1F92-5997-ED61A6CAA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584" y="1329973"/>
            <a:ext cx="5848350" cy="1325563"/>
          </a:xfrm>
        </p:spPr>
        <p:txBody>
          <a:bodyPr/>
          <a:lstStyle/>
          <a:p>
            <a:r>
              <a:rPr lang="pt-PT" sz="5200" b="1" dirty="0">
                <a:solidFill>
                  <a:srgbClr val="54868E"/>
                </a:solidFill>
              </a:rPr>
              <a:t>Resumo</a:t>
            </a:r>
            <a:endParaRPr lang="pt-PT" dirty="0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6FDFFF0A-BC94-8F34-301D-7A06B0E2F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584" y="3190543"/>
            <a:ext cx="4674968" cy="23374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7DDE6FE-FCC3-C228-5266-1043253B2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409" y="636463"/>
            <a:ext cx="3566160" cy="53030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3E7C421-4646-C90A-00BA-F284A879C7A6}"/>
              </a:ext>
            </a:extLst>
          </p:cNvPr>
          <p:cNvSpPr txBox="1"/>
          <p:nvPr/>
        </p:nvSpPr>
        <p:spPr>
          <a:xfrm>
            <a:off x="7416132" y="5880826"/>
            <a:ext cx="3388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400" dirty="0"/>
              <a:t>Figura 9- Opção Estatísticas (Interface Gráfica)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2E5C85-1E27-F1F7-3C0D-EBC3029AFCA6}"/>
              </a:ext>
            </a:extLst>
          </p:cNvPr>
          <p:cNvSpPr txBox="1"/>
          <p:nvPr/>
        </p:nvSpPr>
        <p:spPr>
          <a:xfrm>
            <a:off x="901584" y="5483588"/>
            <a:ext cx="4550526" cy="523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Figura 8- Opção Análise de Publicações (Interface Gráfica)</a:t>
            </a:r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DCBCB674-1DB0-A8DA-1958-D2991C59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z="1200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864486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AnalogousFromLightSeed_2SEEDS">
      <a:dk1>
        <a:srgbClr val="000000"/>
      </a:dk1>
      <a:lt1>
        <a:srgbClr val="FFFFFF"/>
      </a:lt1>
      <a:dk2>
        <a:srgbClr val="223A3D"/>
      </a:dk2>
      <a:lt2>
        <a:srgbClr val="E8E5E2"/>
      </a:lt2>
      <a:accent1>
        <a:srgbClr val="7F99BA"/>
      </a:accent1>
      <a:accent2>
        <a:srgbClr val="7EA9AF"/>
      </a:accent2>
      <a:accent3>
        <a:srgbClr val="9698C6"/>
      </a:accent3>
      <a:accent4>
        <a:srgbClr val="927FBA"/>
      </a:accent4>
      <a:accent5>
        <a:srgbClr val="B996C6"/>
      </a:accent5>
      <a:accent6>
        <a:srgbClr val="BA7FB1"/>
      </a:accent6>
      <a:hlink>
        <a:srgbClr val="997E5D"/>
      </a:hlink>
      <a:folHlink>
        <a:srgbClr val="7F7F7F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179</Words>
  <Application>Microsoft Macintosh PowerPoint</Application>
  <PresentationFormat>Ecrã Panorâmico</PresentationFormat>
  <Paragraphs>33</Paragraphs>
  <Slides>5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11" baseType="lpstr">
      <vt:lpstr>Aptos</vt:lpstr>
      <vt:lpstr>Arial</vt:lpstr>
      <vt:lpstr>Avenir Next LT Pro</vt:lpstr>
      <vt:lpstr>Sabon Next LT</vt:lpstr>
      <vt:lpstr>Wingdings</vt:lpstr>
      <vt:lpstr>LuminousVTI</vt:lpstr>
      <vt:lpstr>Sistema de Consulta e Análise de Publicações Científicas</vt:lpstr>
      <vt:lpstr>Opções de Menu </vt:lpstr>
      <vt:lpstr>Resumo</vt:lpstr>
      <vt:lpstr>Resumo - Opção Atualizar Registo (Interface Gráfica) </vt:lpstr>
      <vt:lpstr>Resumo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Leonor Pereira Mendes</dc:creator>
  <cp:lastModifiedBy>Leonor Franco Marques</cp:lastModifiedBy>
  <cp:revision>1</cp:revision>
  <dcterms:created xsi:type="dcterms:W3CDTF">2024-12-27T15:13:41Z</dcterms:created>
  <dcterms:modified xsi:type="dcterms:W3CDTF">2025-01-04T13:02:42Z</dcterms:modified>
</cp:coreProperties>
</file>